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AI 활용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발표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8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 시범 운영 결과 공유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337560"/>
            <a:ext cx="41148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520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8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한경준  |  생산팀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0B8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2026. 07. 21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FFFFF">
                    <a:alpha val="12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</a:t>
            </a:r>
            <a:endParaRPr lang="en-US" sz="16000" dirty="0"/>
          </a:p>
        </p:txBody>
      </p:sp>
      <p:sp>
        <p:nvSpPr>
          <p:cNvPr id="8" name="Text 6"/>
          <p:cNvSpPr/>
          <p:nvPr/>
        </p:nvSpPr>
        <p:spPr>
          <a:xfrm>
            <a:off x="640080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8D0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 활동 요약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19202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 매일 사용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914400"/>
            <a:ext cx="1920240" cy="1097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496312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96312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cnc-wiki 지식 베이스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91440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91440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672584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스크립트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72584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자동화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91440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914400"/>
            <a:ext cx="192024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8856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6D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848856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48856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수주 바코드 체커 EXE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Team Standard 시범 운영 기간: 2026년 3월 ~ 6월  |  생산팀 한경준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①  CNC 지식 위키 구축 (cnc-wiki)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73152" cy="1508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99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 98페이지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장비·소재·공구·휠·G-code·CAD/CAM·트러블슈팅 전 영역 커버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73152" cy="1508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99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 출처 관리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ANCA·Norton Winter 등 제조사 카탈로그 기반 4단계 신뢰도 표기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73152" cy="1508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36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 자동 갱신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스크립트로 개요·인덱스 자동 갱신, GitHub 백업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73152" cy="1508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136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 연삭 계산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Vc-RPM, Q'w(비체적 제거율) 즉시 계산·검산 체계 정비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②  업무 자동화 &amp; 프로그램 개발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3566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Python 스크립트 17개 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일일보고 자동 생성 및 Google Sheets 업로드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출하현황 · KPI 분석 Excel 자동 생성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ANCA .tom 파일 165개 파싱 · 정리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카탈로그 고속 키워드 검색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wiki 폴더 → Google Drive 자동 동기화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웹사이트 빌드 + GitHub Pages 배포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114800" cy="3566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수주 바코드 체커 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 바코드 스캐너 연동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수주·재고·스캔이력 Excel 3시트 자동 관리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tkinter GUI — 직관적 인터페이스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PyInstaller로 .exe 배포 완료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E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즉시 사용 가능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1,277줄 코드 · 직접 설계·개발·배포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도움도 자가 평가  (5점 만점)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절약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51760" y="1280160"/>
            <a:ext cx="50292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1280160"/>
            <a:ext cx="502920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1887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품질 향상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1993392"/>
            <a:ext cx="50292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993392"/>
            <a:ext cx="50292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9019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6151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자동화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2706624"/>
            <a:ext cx="50292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706624"/>
            <a:ext cx="50292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61518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332841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발굴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51760" y="3419856"/>
            <a:ext cx="50292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3419856"/>
            <a:ext cx="402336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33284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D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언어·번역 지원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51760" y="4133088"/>
            <a:ext cx="50292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4133088"/>
            <a:ext cx="40233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404164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항목 평균 4.6점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아쉬운 점 &amp; 건의사항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402336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아쉬운 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컨텍스트 한계 — 핸드오프 파일을 매 세션 수동으로 읽어야 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bash에서 git 명령 불가 — PowerShell에서 별도 커밋 필요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일일보고 자동화 간헐적 누락 — 6월 중 3일 미생성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기반 PDF OCR 불가 — 카탈로그 텍스트 추출 한계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60120"/>
            <a:ext cx="41148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건의사항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서버 Python 실행 권한 부여 — PC 종료 시 자동화 중단 해소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활용량 기반 추가 사용량 배분 — 팀 내 쿼터 재배분 검토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업무별 프롬프트 작성법 사례집 제작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+ Python 연동 기초 가이드 사내 공유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지속을 강력히 희망합니다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C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 31회 세션, 98페이지 위키, 17개 자동화 스크립트,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C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체커 프로그램 개발 — 이 모든 성과는 Claude 없이 불가능했습니다.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560320" cy="12801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4930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작성 시간 절반 이하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926080"/>
            <a:ext cx="2560320" cy="12801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3017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34930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작업 자동화 완성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926080"/>
            <a:ext cx="2560320" cy="12801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017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34930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기술 지식 체계화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확장 도입 시 활용 교육·가이드 병행을 권장합니다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활용 성과 발표</dc:title>
  <dc:subject>PptxGenJS Presentation</dc:subject>
  <dc:creator>한경준</dc:creator>
  <cp:lastModifiedBy>한경준</cp:lastModifiedBy>
  <cp:revision>1</cp:revision>
  <dcterms:created xsi:type="dcterms:W3CDTF">2026-06-05T00:41:27Z</dcterms:created>
  <dcterms:modified xsi:type="dcterms:W3CDTF">2026-06-05T00:41:27Z</dcterms:modified>
</cp:coreProperties>
</file>