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1" r:id="rId9"/>
    <p:sldId id="270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-444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E52BC-ADF5-40D1-BAA2-430B418DC2D9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FF557-90D9-4402-ACA1-8C58718D49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328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hankyungjun.github.io/koreatooling-portal/dist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463040"/>
            <a:ext cx="4206240" cy="4206240"/>
          </a:xfrm>
          <a:prstGeom prst="ellipse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7452360" y="-594360"/>
            <a:ext cx="2468880" cy="2468880"/>
          </a:xfrm>
          <a:prstGeom prst="ellipse">
            <a:avLst/>
          </a:prstGeom>
          <a:solidFill>
            <a:srgbClr val="3A506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868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200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TOOLKOREA 생산팀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94360" y="132588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AI 활용 업무 성과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cnc-wiki 프로젝트 — 현장 노하우를 재현 가능한 지식 시스템으로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 </a:t>
            </a: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04. 21 ~ 07. 14 (약 12주)     </a:t>
            </a:r>
            <a:r>
              <a:rPr lang="en-US" sz="1800" b="1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  </a:t>
            </a: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한경준 (생산팀)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wiki/_handoff/ 세션 핸드오프 기록 119블록  |  자료 기준일 2026-07-14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성과 요약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EAF4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5544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3504" y="2377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· 2분기 KPI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231136" y="13258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31136" y="15544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페이지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913632" y="13258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13632" y="15544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968496" y="2377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(ADR)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96128" y="13258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96128" y="15544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650992" y="2377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등재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278624" y="132588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78624" y="155448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333488" y="2377440"/>
            <a:ext cx="1463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자동화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수치에 단위와 </a:t>
            </a:r>
            <a:r>
              <a:rPr lang="en-US" sz="19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 4단계</a:t>
            </a:r>
            <a:r>
              <a:rPr lang="en-US" sz="19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표기 — 동일 조건에서 동일 결과를 재현하는 제조 기록 시스템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문제를 풀었나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 err="1" smtClean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</a:t>
            </a:r>
            <a:r>
              <a:rPr lang="en-US" sz="1800" dirty="0" smtClean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개인·엑셀에 분산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조건의 출처·검증 불명확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간 컨텍스트 단절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보고·현황판 반복 수작업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74320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92040" y="1188720"/>
            <a:ext cx="3703320" cy="3429000"/>
          </a:xfrm>
          <a:prstGeom prst="roundRect">
            <a:avLst>
              <a:gd name="adj" fmla="val 2133"/>
            </a:avLst>
          </a:prstGeom>
          <a:solidFill>
            <a:srgbClr val="EAF4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16636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후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166360" y="192024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출처·신뢰도 표기 위키 119p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값 보존·이력 관리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핸드오프 4종으로 3환경 연결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보고·배포·알림 자동화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5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답을 주는 도구가 아니라, 지식을 축적·검증·재사용하는 시스템의 협업자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영역 ① ~ ③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63677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344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위키 구축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08760" y="17556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가공·연삭 노하우 약 119페이지, 신뢰도 4단계 표기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3A506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91693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624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파싱·분석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08760" y="30358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ANCA 공구파일 165개 파싱, 작업일지 48개월 집계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19709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9044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자동화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508760" y="43159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일일보고·현황판 배포·납기/단가0 알림·캘린더 갱신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영역 ④ ~ 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0876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63677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3441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도구 개발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08760" y="175564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TricoERP GUI, 뷰어 3종, 현장기록 포털, 수명 분석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3A506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291693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624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의사결정 지원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508760" y="30358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 발주 사양 검증, RPM 정책 검증, KPI 원인 규명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419709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90448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품질·거버넌스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508760" y="431596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 정기 검수, 정보 분류 원칙, 보안(.env) 정리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제작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325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TricoERP GUI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ERP 조회·출하등록 프로그램 — 단가 0원 자동 감지·메일 알림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60920" y="1380744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60920" y="13807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 배포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514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뷰어 3종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443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휠팩·공구·CAD 도면 — 설치 없이 브라우저로 열람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60920" y="2569464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3A506B"/>
          </a:solidFill>
          <a:ln/>
        </p:spPr>
      </p:sp>
      <p:sp>
        <p:nvSpPr>
          <p:cNvPr id="12" name="Text 10"/>
          <p:cNvSpPr/>
          <p:nvPr/>
        </p:nvSpPr>
        <p:spPr>
          <a:xfrm>
            <a:off x="7360920" y="25694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7273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7033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스크립트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60" y="413308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일일보고 xlsx(평일 16:00)·납기알림 메일(09:00)·캘린더 갱신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60920" y="3758184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37581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실행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8280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5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업무를 사람 손 없이 — 스케줄러 등록으로 상시 운영 중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59" y="960120"/>
            <a:ext cx="6566497" cy="4039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600" b="1" dirty="0" err="1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TricoERP</a:t>
            </a:r>
            <a:r>
              <a:rPr lang="en-US" altLang="ko-KR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GUI</a:t>
            </a: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6766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600" b="1" dirty="0" err="1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r>
              <a:rPr lang="en-US" altLang="ko-KR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600" b="1" dirty="0" err="1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</a:t>
            </a:r>
            <a:endParaRPr lang="en-US" altLang="ko-KR" sz="36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" y="1091488"/>
            <a:ext cx="5738561" cy="3434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1910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3600" b="1" dirty="0" err="1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뷰어</a:t>
            </a:r>
            <a:r>
              <a:rPr lang="en-US" altLang="ko-KR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3종</a:t>
            </a:r>
            <a:endParaRPr lang="en-US" altLang="ko-KR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34" y="960120"/>
            <a:ext cx="5742959" cy="40353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0758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웹폼 — 생산팀 포털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b="1" dirty="0"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/>
              </a:rPr>
              <a:t>https://hankyungjun.github.io/koreatooling-portal/dist/</a:t>
            </a:r>
            <a:endParaRPr lang="en-US" sz="1800" b="1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22960" y="16642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5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4290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재연마 의뢰 접수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공구 불량 신고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진행 문의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절삭조건 검색 (JJ·COGO)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508760"/>
            <a:ext cx="3931920" cy="3063240"/>
          </a:xfrm>
          <a:prstGeom prst="roundRect">
            <a:avLst>
              <a:gd name="adj" fmla="val 2388"/>
            </a:avLst>
          </a:prstGeom>
          <a:solidFill>
            <a:srgbClr val="EAF4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6642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직원용 (비밀번호)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194560"/>
            <a:ext cx="34290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재연마 현황판 (일일 실적)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소모품 구매 요청</a:t>
            </a:r>
            <a:endParaRPr lang="en-US" sz="1800" dirty="0"/>
          </a:p>
          <a:p>
            <a:pPr marL="342900" indent="-342900">
              <a:spcAft>
                <a:spcPts val="1100"/>
              </a:spcAft>
              <a:buSzPct val="100000"/>
              <a:buChar char="–"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기록 — 테스트·불량을 현장에서 즉시 입력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A5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종이·전화 접수 → 웹폼 표준화: 누락 없이 기록이 남고, 현황판에 자동 반영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시기별 흐름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2121408"/>
            <a:ext cx="7498080" cy="0"/>
          </a:xfrm>
          <a:prstGeom prst="line">
            <a:avLst/>
          </a:prstGeom>
          <a:noFill/>
          <a:ln w="31750">
            <a:solidFill>
              <a:srgbClr val="D5DD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9616" y="2020824"/>
            <a:ext cx="201168" cy="201168"/>
          </a:xfrm>
          <a:prstGeom prst="ellipse">
            <a:avLst/>
          </a:prstGeom>
          <a:solidFill>
            <a:srgbClr val="3A50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5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920240" cy="1783080"/>
          </a:xfrm>
          <a:prstGeom prst="roundRect">
            <a:avLst>
              <a:gd name="adj" fmla="val 3590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606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위키·핸드오프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시작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02736" y="2020824"/>
            <a:ext cx="201168" cy="20116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5월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43200" y="2468880"/>
            <a:ext cx="1920240" cy="1783080"/>
          </a:xfrm>
          <a:prstGeom prst="roundRect">
            <a:avLst>
              <a:gd name="adj" fmla="val 3590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852928" y="2606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852928" y="310896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대량 구축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파싱 · 44세션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05856" y="2020824"/>
            <a:ext cx="201168" cy="201168"/>
          </a:xfrm>
          <a:prstGeom prst="ellipse">
            <a:avLst/>
          </a:prstGeom>
          <a:solidFill>
            <a:srgbClr val="0E7C8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6월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2468880"/>
            <a:ext cx="1920240" cy="1783080"/>
          </a:xfrm>
          <a:prstGeom prst="roundRect">
            <a:avLst>
              <a:gd name="adj" fmla="val 3590"/>
            </a:avLst>
          </a:prstGeom>
          <a:solidFill>
            <a:srgbClr val="F4F6F8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2606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심화기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956048" y="310896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분석 · 자동화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개발 · 49세션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08976" y="2020824"/>
            <a:ext cx="201168" cy="201168"/>
          </a:xfrm>
          <a:prstGeom prst="ellipse">
            <a:avLst/>
          </a:prstGeom>
          <a:solidFill>
            <a:srgbClr val="E893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463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93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949440" y="2468880"/>
            <a:ext cx="1920240" cy="1783080"/>
          </a:xfrm>
          <a:prstGeom prst="roundRect">
            <a:avLst>
              <a:gd name="adj" fmla="val 3590"/>
            </a:avLst>
          </a:prstGeom>
          <a:solidFill>
            <a:srgbClr val="FDF1DD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059168" y="26060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개선기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059168" y="3108960"/>
            <a:ext cx="17007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사양 확정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근본 해결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7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수는 2분기 KPI 집계 기준. 7월은 진행 중(07-14 기준).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4월 — 도입기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13232" y="118872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04-21~26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65960" y="1188720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위키 구축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장비·휠·연삭 조건 등 14페이지 작성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13232" y="2139696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04-27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2139696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800" b="1" dirty="0" smtClean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r>
              <a:rPr lang="en-US" altLang="ko-KR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800" b="1" dirty="0" err="1" smtClean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핸드오프</a:t>
            </a:r>
            <a:r>
              <a:rPr lang="en-US" sz="1800" b="1" dirty="0" smtClean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도입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_handoff/ 4파일 규약 채택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13232" y="3090672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04-29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3090672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규약 정비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AGENTS.md·보안 노트 초안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87368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EAF4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4087368"/>
            <a:ext cx="7589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이때 만든 규약이 이후 12주간 기록 119블록의 토대가 됨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5월 — 구축기 (44세션)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18872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05-11~13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65960" y="1188720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규약 + 카테고리 100%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분류 원칙(단가만 대외비), 보안 정리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39696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05-14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2139696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ANCA 원본 파싱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.tom 165개(97.6%) → 마스터 xlsx·코어 표준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3090672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05-18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3090672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연삭 휠 지식 구축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RPM 정책(Vc 18~25 m/s) 출처 검증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4041648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05-26~29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65960" y="4041648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기록 위키화·자동화 전환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8페이지, 스택 규칙 확정, GitHub 연동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6월 — 심화기 (49세션)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188720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06-01~08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965960" y="1188720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 4년 원인 규명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생산량 -50% = 단위 처리량 감소로 확정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39696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139696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06-12~15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65960" y="2139696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복구·완성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일일보고 소급 복구, 납기알림 Gmail API 전환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3090672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06-16~17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65960" y="3090672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도구 개발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TricoERP GUI v2, 뷰어 3종, 장애 근본 해결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041648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4041648"/>
            <a:ext cx="1143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06-19~30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65960" y="4041648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 발주 준비 + 분기 마감  </a:t>
            </a: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 확정·체크리스트, KPI 평가표 완성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원칙과 협업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5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 4가지</a:t>
            </a:r>
            <a:endParaRPr lang="en-US" sz="1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373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66420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실측이 이론을 대체한다 — 검증 후 적용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42032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4688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값 삭제 금지 — 이력으로 보존</a:t>
            </a:r>
            <a:endParaRPr lang="en-US" sz="18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46704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3273552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수치에 출처·신뢰도 표기</a:t>
            </a:r>
            <a:endParaRPr lang="en-US" sz="18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151376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4078224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수치는 참고값 — 현장 최종 검증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489204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50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3환경 협업 구조</a:t>
            </a:r>
            <a:endParaRPr lang="en-US" sz="1900" dirty="0"/>
          </a:p>
        </p:txBody>
      </p:sp>
      <p:sp>
        <p:nvSpPr>
          <p:cNvPr id="13" name="Shape 7"/>
          <p:cNvSpPr/>
          <p:nvPr/>
        </p:nvSpPr>
        <p:spPr>
          <a:xfrm>
            <a:off x="4892040" y="169164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1F2A36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4892040" y="18013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4892040" y="22128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논의·결정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172200" y="169164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1F2A36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172200" y="18013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172200" y="22128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문서·데이터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452360" y="1691640"/>
            <a:ext cx="1143000" cy="960120"/>
          </a:xfrm>
          <a:prstGeom prst="roundRect">
            <a:avLst>
              <a:gd name="adj" fmla="val 7619"/>
            </a:avLst>
          </a:prstGeom>
          <a:solidFill>
            <a:srgbClr val="1F2A36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7452360" y="18013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452360" y="221284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3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코드·git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355080" y="272491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A88"/>
                </a:solidFill>
              </a:rPr>
              <a:t>↕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892040" y="3127248"/>
            <a:ext cx="3703320" cy="1051560"/>
          </a:xfrm>
          <a:prstGeom prst="roundRect">
            <a:avLst>
              <a:gd name="adj" fmla="val 6957"/>
            </a:avLst>
          </a:prstGeom>
          <a:solidFill>
            <a:srgbClr val="EAF4F5"/>
          </a:solidFill>
          <a:ln/>
          <a:effectLst>
            <a:outerShdw blurRad="889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5074920" y="32461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핸드오프 파일 4종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· decisions · tasks · worklog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4892040" y="4315968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환경에서 시작해도 같은 맥락 — 세션마다 읽고, 끝나면 기록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291840"/>
            <a:ext cx="4023360" cy="4023360"/>
          </a:xfrm>
          <a:prstGeom prst="ellipse">
            <a:avLst/>
          </a:prstGeom>
          <a:solidFill>
            <a:srgbClr val="2C3E5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성과와 부족한 부분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2C3E5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325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D8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 성과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D9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노하우 → 출처·신뢰도 표기 위키 119p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D9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데이터가 발주·KPI 등 실제 의사결정 근거로 연결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D9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보고·배포·알림 자동화 상시 운영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2C3E5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325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0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부족한 부분·과제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3375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D9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계산은 실물 측정과 다를 수 있음 — 반드시 검증 필요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D9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문제는 한 번에 해결 안 됨 — 원인 파악에 여러 차례 시도 필요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–"/>
            </a:pPr>
            <a:r>
              <a:rPr lang="en-US" sz="1800" dirty="0">
                <a:solidFill>
                  <a:srgbClr val="D9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규칙을 스스로 기억 못함 — 문서로 남겨야 일관된 결과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현장 전문가를 대체하지 않습니다 — 제시 수치는 참고값, 최종 검증은 현장에서.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86460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F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근거: 2026_Claude_AI_활용업무_시기별_상세정리.docx (27p)  |  한경준 · TOOLKOREA 생산팀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846</Words>
  <Application>Microsoft Office PowerPoint</Application>
  <PresentationFormat>화면 슬라이드 쇼(16:9)</PresentationFormat>
  <Paragraphs>163</Paragraphs>
  <Slides>16</Slides>
  <Notes>16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7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활용 업무 성과 — cnc-wiki 프로젝트</dc:title>
  <dc:subject>PptxGenJS Presentation</dc:subject>
  <dc:creator>한경준</dc:creator>
  <cp:lastModifiedBy>TOOLKOREA</cp:lastModifiedBy>
  <cp:revision>4</cp:revision>
  <dcterms:created xsi:type="dcterms:W3CDTF">2026-07-07T04:25:37Z</dcterms:created>
  <dcterms:modified xsi:type="dcterms:W3CDTF">2026-07-14T01:42:39Z</dcterms:modified>
</cp:coreProperties>
</file>